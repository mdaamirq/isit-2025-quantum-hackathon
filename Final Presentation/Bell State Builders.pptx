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e538fbc50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e538fbc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e538fbc5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5e538fbc50_0_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e538fbc5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5e538fbc50_0_1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e538fbc5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5e538fbc50_0_2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e538fbc50_0_3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e538fbc50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27050" y="2214550"/>
            <a:ext cx="6142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Bell State Builders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ECG Autoencoder &amp; Classifier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76212"/>
            <a:ext cx="2321101" cy="104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8504" y="76201"/>
            <a:ext cx="2369296" cy="110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137000" y="313575"/>
            <a:ext cx="6870000" cy="104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ECG data ("heart rate monitors") frequently require human resources to assess. Can this task be computerized?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propose a QML approach to "learn" what good and bad ECG data is.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137000" y="3373725"/>
            <a:ext cx="6870000" cy="104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Transforming data into a quantum form adds an extra point of failure. 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we can work to make the best autoencoder possible and test it against the </a:t>
            </a: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classical</a:t>
            </a: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baseline before moving on.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137000" y="1657725"/>
            <a:ext cx="6870000" cy="63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We train and apply a QAE to the PCB-XL ECG dataset, then use a QSVM approach to train a circuit for classification.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75" y="4660624"/>
            <a:ext cx="810076" cy="3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3100" y="4632374"/>
            <a:ext cx="903176" cy="422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163850" y="2486025"/>
            <a:ext cx="6843300" cy="63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Tech stack: qiskit, torch, sklearn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1680150" y="1562100"/>
            <a:ext cx="57837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</a:pPr>
            <a:r>
              <a:rPr b="1" i="0" lang="en" sz="36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3600">
                <a:latin typeface="Roboto"/>
                <a:ea typeface="Roboto"/>
                <a:cs typeface="Roboto"/>
                <a:sym typeface="Roboto"/>
              </a:rPr>
              <a:t>Demo Time</a:t>
            </a:r>
            <a:endParaRPr b="1" sz="3822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50" y="4687549"/>
            <a:ext cx="810076" cy="3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8375" y="4659299"/>
            <a:ext cx="903176" cy="42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738300" y="682150"/>
            <a:ext cx="78195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Applying ML techniques to the medical field can save lives.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Our project can detect early signs of a heart attack.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6"/>
          <p:cNvSpPr txBox="1"/>
          <p:nvPr>
            <p:ph type="ctrTitle"/>
          </p:nvPr>
        </p:nvSpPr>
        <p:spPr>
          <a:xfrm>
            <a:off x="738300" y="1933000"/>
            <a:ext cx="78195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Our model achieves 76% accuracy which shows promise on a simulator.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It will improve with time and could be a viable model for market.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 txBox="1"/>
          <p:nvPr>
            <p:ph type="ctrTitle"/>
          </p:nvPr>
        </p:nvSpPr>
        <p:spPr>
          <a:xfrm>
            <a:off x="738300" y="3479950"/>
            <a:ext cx="78195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We will continue testing our model and improving on it, specifically by moving on to real hardware.</a:t>
            </a:r>
            <a:endParaRPr b="1" i="0" sz="2000" u="none" cap="none" strike="noStrike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50" y="4687549"/>
            <a:ext cx="810076" cy="3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8375" y="4659299"/>
            <a:ext cx="903176" cy="42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1722400" y="1153050"/>
            <a:ext cx="56061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1C1D"/>
                </a:solidFill>
                <a:highlight>
                  <a:srgbClr val="F8F8F8"/>
                </a:highlight>
              </a:rPr>
              <a:t>Team Members (US Based Team):</a:t>
            </a:r>
            <a:endParaRPr b="1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1C1D"/>
                </a:solidFill>
                <a:highlight>
                  <a:srgbClr val="F8F8F8"/>
                </a:highlight>
              </a:rPr>
              <a:t>Claudia Friedsam - Postdoctoral Researcher @ Epitome Labs</a:t>
            </a:r>
            <a:endParaRPr b="1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</a:rPr>
              <a:t>claudia.friedsam@gmail.com</a:t>
            </a: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D1C1D"/>
                </a:solidFill>
                <a:highlight>
                  <a:srgbClr val="F8F8F8"/>
                </a:highlight>
              </a:rPr>
              <a:t>Divyam Kamboj - Masters Student @ University of Michigan</a:t>
            </a:r>
            <a:endParaRPr b="1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D1C1D"/>
                </a:solidFill>
                <a:highlight>
                  <a:srgbClr val="F8F8F8"/>
                </a:highlight>
              </a:rPr>
              <a:t>divyam.kamboj11@gmail.com</a:t>
            </a: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D1C1D"/>
                </a:solidFill>
                <a:highlight>
                  <a:srgbClr val="F8F8F8"/>
                </a:highlight>
              </a:rPr>
              <a:t>Michael Papadopoulos - PhD Student @ Lehigh University</a:t>
            </a:r>
            <a:endParaRPr b="1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D1C1D"/>
                </a:solidFill>
                <a:highlight>
                  <a:srgbClr val="F8F8F8"/>
                </a:highlight>
              </a:rPr>
              <a:t>micpap25@gmail.com</a:t>
            </a:r>
            <a:endParaRPr sz="1150">
              <a:solidFill>
                <a:srgbClr val="1264A3"/>
              </a:solidFill>
              <a:highlight>
                <a:srgbClr val="F8F8F8"/>
              </a:highlight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264A3"/>
              </a:solidFill>
              <a:highlight>
                <a:srgbClr val="F8F8F8"/>
              </a:highlight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50" y="4624724"/>
            <a:ext cx="810076" cy="3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8375" y="4596474"/>
            <a:ext cx="903176" cy="42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